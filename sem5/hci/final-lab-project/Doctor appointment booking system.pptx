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77" r:id="rId6"/>
    <p:sldId id="258" r:id="rId7"/>
    <p:sldId id="290" r:id="rId8"/>
    <p:sldId id="264" r:id="rId9"/>
    <p:sldId id="291" r:id="rId10"/>
    <p:sldId id="268" r:id="rId11"/>
    <p:sldId id="286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3E7156A-DFF0-4488-85F9-52BDAE656527}">
          <p14:sldIdLst>
            <p14:sldId id="256"/>
            <p14:sldId id="277"/>
            <p14:sldId id="258"/>
            <p14:sldId id="290"/>
            <p14:sldId id="264"/>
            <p14:sldId id="291"/>
            <p14:sldId id="268"/>
            <p14:sldId id="286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3204" autoAdjust="0"/>
  </p:normalViewPr>
  <p:slideViewPr>
    <p:cSldViewPr snapToGrid="0">
      <p:cViewPr varScale="1">
        <p:scale>
          <a:sx n="89" d="100"/>
          <a:sy n="89" d="100"/>
        </p:scale>
        <p:origin x="418" y="7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12/23/2025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34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Doctor appointment booking system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34810A3-F989-5530-F1C8-AFD372824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Presented by : M Abdul Rafay ( FL23791 )</a:t>
            </a:r>
          </a:p>
          <a:p>
            <a:r>
              <a:rPr lang="en-US" dirty="0"/>
              <a:t>	            Nazish Khan ( FL23843 )</a:t>
            </a:r>
          </a:p>
          <a:p>
            <a:r>
              <a:rPr lang="en-US" dirty="0"/>
              <a:t> 	            Ali Atif ( FL23824 ) </a:t>
            </a:r>
          </a:p>
          <a:p>
            <a:r>
              <a:rPr lang="en-US" dirty="0"/>
              <a:t>	            Zohaib Ijaz ( FL23811 )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112" y="1006102"/>
            <a:ext cx="6343650" cy="2668463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Agenda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4974590"/>
            <a:ext cx="457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BEDAE61-9564-5710-F83C-3EFDEE714C59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710112" y="1794172"/>
            <a:ext cx="6338888" cy="376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Goals and 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 Issues in Existing Website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Usability Principles &amp; Metrics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System Architecture and Principles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C6120-7F3E-6EF5-30BF-930544637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524001"/>
            <a:ext cx="4985389" cy="46307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/>
          </a:p>
          <a:p>
            <a:r>
              <a:rPr lang="en-US" sz="2400" dirty="0"/>
              <a:t>Domain: Healthcare Web Application</a:t>
            </a:r>
          </a:p>
          <a:p>
            <a:r>
              <a:rPr lang="en-US" sz="2400" dirty="0"/>
              <a:t>Project Type: Doctor Appointment Booking System</a:t>
            </a:r>
          </a:p>
          <a:p>
            <a:r>
              <a:rPr lang="en-US" sz="2400" dirty="0"/>
              <a:t>Focus Area: UI/UX Improvement &amp; Usability</a:t>
            </a:r>
          </a:p>
          <a:p>
            <a:r>
              <a:rPr lang="en-US" sz="2400" dirty="0"/>
              <a:t>Existing Website Analyzed:</a:t>
            </a:r>
            <a:br>
              <a:rPr lang="en-US" sz="2400" dirty="0"/>
            </a:br>
            <a:r>
              <a:rPr lang="en-US" sz="2400" b="1" dirty="0"/>
              <a:t>bookmydoctor.co.za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tbl" sz="quarter" idx="14"/>
          </p:nvPr>
        </p:nvPicPr>
        <p:blipFill>
          <a:blip r:embed="rId3"/>
          <a:srcRect/>
          <a:stretch/>
        </p:blipFill>
        <p:spPr>
          <a:xfrm>
            <a:off x="5843268" y="2417763"/>
            <a:ext cx="4985389" cy="3736975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Statement​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/>
          <a:srcRect l="43" r="43"/>
          <a:stretch/>
        </p:blipFill>
        <p:spPr>
          <a:xfrm>
            <a:off x="0" y="0"/>
            <a:ext cx="4076700" cy="6096000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AC785698-CB6F-A1F5-2574-7E7AA85F2EE1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4938712" y="3356913"/>
            <a:ext cx="661431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 is difficult to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Confusing navigation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visual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clear appointment booking flow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user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1988706"/>
          </a:xfrm>
        </p:spPr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5600" y="2063432"/>
            <a:ext cx="6597650" cy="4032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Improve overall usability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Simplify doctor search and booking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Enhance user experience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Design a clean and modern UI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Build a complete working prototype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Improvements &amp; Usability Metrics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Improvements</a:t>
            </a:r>
          </a:p>
          <a:p>
            <a:r>
              <a:rPr lang="en-US" dirty="0"/>
              <a:t>Clean and modern UI</a:t>
            </a:r>
          </a:p>
          <a:p>
            <a:r>
              <a:rPr lang="en-US" dirty="0"/>
              <a:t>Consistent colors &amp; fonts</a:t>
            </a:r>
          </a:p>
          <a:p>
            <a:r>
              <a:rPr lang="en-US" dirty="0"/>
              <a:t>Clear call-to-action buttons</a:t>
            </a:r>
          </a:p>
          <a:p>
            <a:r>
              <a:rPr lang="en-US" b="1" dirty="0"/>
              <a:t>Metrics</a:t>
            </a:r>
          </a:p>
          <a:p>
            <a:r>
              <a:rPr lang="en-US" dirty="0"/>
              <a:t>Clicks reduced:</a:t>
            </a:r>
          </a:p>
          <a:p>
            <a:r>
              <a:rPr lang="en-US" dirty="0"/>
              <a:t>Booking time reduced</a:t>
            </a:r>
          </a:p>
          <a:p>
            <a:r>
              <a:rPr lang="en-US" dirty="0"/>
              <a:t>User satisfaction improved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D1E21E50-7374-0300-A9CE-1280DB042C1D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8D8EF-09F7-2BAC-3EC4-6E8F4051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C3435DF-07F8-F63B-5479-CA534A84B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5607" y="2216151"/>
            <a:ext cx="6580613" cy="404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51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1362456"/>
          </a:xfrm>
        </p:spPr>
        <p:txBody>
          <a:bodyPr/>
          <a:lstStyle/>
          <a:p>
            <a:r>
              <a:rPr lang="en-US" dirty="0"/>
              <a:t>System Architecture &amp; Workflow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System Architecture</a:t>
            </a:r>
          </a:p>
          <a:p>
            <a:r>
              <a:rPr lang="en-US" dirty="0"/>
              <a:t>Design: Figma</a:t>
            </a:r>
          </a:p>
          <a:p>
            <a:r>
              <a:rPr lang="en-US" dirty="0"/>
              <a:t>Frontend: User Interface</a:t>
            </a:r>
          </a:p>
          <a:p>
            <a:r>
              <a:rPr lang="en-US" dirty="0"/>
              <a:t>Database: Appointment &amp; User Data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3F3455-E568-40C9-9F4D-8C89F4CD95F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5646738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Workflow</a:t>
            </a:r>
          </a:p>
          <a:p>
            <a:r>
              <a:rPr lang="en-US" dirty="0"/>
              <a:t>User searches doctor</a:t>
            </a:r>
          </a:p>
          <a:p>
            <a:r>
              <a:rPr lang="en-US" dirty="0"/>
              <a:t>Selects available slot</a:t>
            </a:r>
          </a:p>
          <a:p>
            <a:r>
              <a:rPr lang="en-US" dirty="0"/>
              <a:t>Books appointment</a:t>
            </a:r>
          </a:p>
          <a:p>
            <a:r>
              <a:rPr lang="en-US" dirty="0"/>
              <a:t>Confirmation generated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752" y="2096440"/>
            <a:ext cx="7889768" cy="2039341"/>
          </a:xfrm>
        </p:spPr>
        <p:txBody>
          <a:bodyPr/>
          <a:lstStyle/>
          <a:p>
            <a:r>
              <a:rPr lang="en-US" dirty="0" err="1"/>
              <a:t>ConClusion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498AA4-16DC-1705-7770-C114A15BD31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520441" y="3213963"/>
            <a:ext cx="52894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major usability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usability principles successfully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complete working prototype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is ready for live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{6108BEA1-8C62-434E-9D4C-B14FFFD5FDAC}TF55c86556-70ea-476e-aa05-13a38f2d5b0da1381d77_win32-a3c664429073</Template>
  <TotalTime>89</TotalTime>
  <Words>236</Words>
  <Application>Microsoft Office PowerPoint</Application>
  <PresentationFormat>Widescreen</PresentationFormat>
  <Paragraphs>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Calibri</vt:lpstr>
      <vt:lpstr>Custom</vt:lpstr>
      <vt:lpstr>Doctor appointment booking system</vt:lpstr>
      <vt:lpstr>      Agenda   </vt:lpstr>
      <vt:lpstr>Project Overview</vt:lpstr>
      <vt:lpstr>Problem Statement​</vt:lpstr>
      <vt:lpstr>Goals</vt:lpstr>
      <vt:lpstr>Improvements &amp; Usability Metrics</vt:lpstr>
      <vt:lpstr>System Architecture &amp; Workflow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Rafay</dc:creator>
  <cp:lastModifiedBy>Abdul Rafay</cp:lastModifiedBy>
  <cp:revision>3</cp:revision>
  <dcterms:created xsi:type="dcterms:W3CDTF">2025-12-23T16:23:21Z</dcterms:created>
  <dcterms:modified xsi:type="dcterms:W3CDTF">2025-12-23T17:53:18Z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